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05472" y="2743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52944" y="2743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00416" y="2743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47888" y="2743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2743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621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05472" y="621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52944" y="621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00416" y="621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47888" y="621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0" y="62179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969264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05472" y="969264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52944" y="969264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00416" y="969264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47888" y="969264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969264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316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05472" y="1316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52944" y="1316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900416" y="1316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47888" y="1316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1316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 業 計 画 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13258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</a:t>
            </a:r>
            <a:endParaRPr lang="en-US" sz="5800" dirty="0"/>
          </a:p>
        </p:txBody>
      </p:sp>
      <p:sp>
        <p:nvSpPr>
          <p:cNvPr id="30" name="Text 28"/>
          <p:cNvSpPr/>
          <p:nvPr/>
        </p:nvSpPr>
        <p:spPr>
          <a:xfrm>
            <a:off x="64008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アイデアを 1 週間で プロダクト化 ＋ 届ける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0080" y="2926080"/>
            <a:ext cx="54864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　|　Ver. 2.0（改定版）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解決する課題（開発者視点から）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ターゲット市場とサイジング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提供価値（開発者メリット）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5STEPサイクルが加速する理由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3C分析：市場環境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収益モデル＆価格設定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2180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チーム体制・役割分担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2180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2180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アクションプラン＆論点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　|　開発者が直面する課題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コード書きに時間が吸い込まれる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営業・顧客対応・仕組みづくりに回す時間がない。結果、1つのプロジェクトで3ヶ月以上かかる。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フィードバックループが回らない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完成するまで顧客が見られない。作ってから「これじゃない」で1からやり直し。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作ったものが埋もれる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素晴らしいツールを作っても、発信・運用の方法がわからず、使ってくれる人に届かない。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収入が単発で安定しない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1プロジェクト買い切りだと、次の仕事を探さなきゃいけない。継続的な収入源がない。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　|　ターゲット顧客とサイズング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　セグメント ＆ サイズ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モルック系コミュニティ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全国300+団体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少年サッカー・地域スポーツ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全国1,000+チーム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コンテンツクリエイター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・中小企業ニーズ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　ターゲティング　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プライマリ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課題は持ってるが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「実装」ができない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小規模チーム ＆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個人起業家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　ポジショニング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開発から発信まで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全部俺たちがやる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他社との協調ロスゼロ。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スピード＆品質で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差別化する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　|　開発者が得られるメリット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コード化以外のすべてを俺たちがやるから、お前は開発に集中するだけ。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スピード実行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FIND→MAKEを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7日以内に完結。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会議と決済ロスを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ゼロにする。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テンプレ資産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1件目で汎用化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を設計。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2件目以降は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数倍速で回す。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423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💵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3504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継続収入へ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1プロジェクトから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コンサル月額化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へ。安定収入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を作る仕組み。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　|　5STEPサイクルが加速する理由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150876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見つける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アイデア・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面倒事を集める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38528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38528" y="896112"/>
            <a:ext cx="1508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938528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50008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38528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29968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最速で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47288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57016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57016" y="896112"/>
            <a:ext cx="15087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68496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57016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提供する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48456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価値体験を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届ける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65776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75504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75504" y="896112"/>
            <a:ext cx="15087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175504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86984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75504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広める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66944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SNS・一覧ページ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発信自動化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84264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93992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93992" y="896112"/>
            <a:ext cx="1508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05472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93992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相談受ける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85432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全ステップの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コンサル提供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キー: PRESENTで「こんなのできる」を見せる → 次のFINDで案件が10倍。OFFERのフィードバック → MAKEの品質UP。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　|　3C分析：市場環境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顧客ニーズ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7276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小規模チーム：最小コストで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課題を形に変えたい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4414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個人起業家：営業・発信に力を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入れたいが開発が足かせ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649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3101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コンテンツクリエイター：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運用の自動化を本気で欲しい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競合状況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0128" y="16276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57276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フリー開発者：単発契約メイン。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継続支援がない。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24963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4414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SaaS群：汎用的で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カスタマイズに時間かかる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33649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3101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私達：開発→発信→相談まで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一気通貫できる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25896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自社強み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63056" y="16276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157276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強み：スピード実行 ＆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多形式対応（Web/LINE/Notion）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63056" y="24963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24414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強み：テンプレ化で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2件目以降は数倍速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63056" y="33649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327648" y="33101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課題：副業制約・認知度ゼロ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機会：小チームだから最速で動ける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　|　収益モデル ＆ 価格設定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9601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966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買い切り販売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¥30,000 〜 ¥150,000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シンプルツール・テンプレはこれ。小規模チームが気軽に購入できる価格帯。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74520"/>
            <a:ext cx="73152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8745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9110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月額サブスク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6712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¥50,000 〜 ¥200,000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3682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継続利用者向け。アップデート＆サポート込み。安定収入源に。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88920"/>
            <a:ext cx="73152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7889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28254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コンサルティング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08152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¥100,000 ＋ 月額 ¥100,000〜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2826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FIND〜CONSULT全ステップ対応。実績が増えるほど単価UP。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51206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03320"/>
            <a:ext cx="73152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7033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7398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紹介・アフィリエイト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995928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売上の 15% 前後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19709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口コミ紹介者へ還元。パートナーにもメリット→自動拡散の仕組み。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23560" y="960120"/>
            <a:ext cx="3154680" cy="37490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10241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収益配分ルール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97880" y="1399032"/>
            <a:ext cx="260604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14813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純利益をプロジェクト単位で配分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1965960"/>
            <a:ext cx="2880360" cy="685800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1965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10528" y="20391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チーム運営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開発費用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15000" y="2770632"/>
            <a:ext cx="2880360" cy="685800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2770632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510528" y="28437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個人分配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15000" y="3575304"/>
            <a:ext cx="2880360" cy="685800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9" name="Text 37"/>
          <p:cNvSpPr/>
          <p:nvPr/>
        </p:nvSpPr>
        <p:spPr>
          <a:xfrm>
            <a:off x="5715000" y="357530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510528" y="36484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中が指定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外部還元先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4297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実績積み上がり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単価UP ＆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コンサル月額化へ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　|　チーム体制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097280"/>
            <a:ext cx="1133856" cy="1133856"/>
          </a:xfrm>
          <a:prstGeom prst="roundRect">
            <a:avLst>
              <a:gd name="adj" fmla="val 40323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サノ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18288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全体管理 ＋ コンセプト展開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9352" y="1097280"/>
            <a:ext cx="1133856" cy="1133856"/>
          </a:xfrm>
          <a:prstGeom prst="roundRect">
            <a:avLst>
              <a:gd name="adj" fmla="val 40323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95935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611880" y="2944368"/>
            <a:ext cx="18288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開発エンジン ＋ 各フェーズ主導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1097280"/>
            <a:ext cx="1133856" cy="1133856"/>
          </a:xfrm>
          <a:prstGeom prst="roundRect">
            <a:avLst>
              <a:gd name="adj" fmla="val 40323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師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98932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ししょー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309360" y="2944368"/>
            <a:ext cx="18288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06247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意見出し ＋ 拡散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　|　マルタ村ポータルの横展開フロー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再現可能な型: 1件で汎用テンプレ化 → 他のコミュニティに数倍速で展開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33272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14300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162763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1430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170992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課題を発見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モルック大会の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「申込・集計・連絡」を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ひとまとめにしたい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というニーズ発見。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83664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14300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20240" y="1143000"/>
            <a:ext cx="162763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1430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MAKE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93392" y="170992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Manusで実装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ポータルを短期で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開発。テンプレ化できる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構造を意識しながら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設計・実装。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84448" y="114300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84448" y="1143000"/>
            <a:ext cx="162763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11430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OFFER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170992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新コミュに提供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サッカー・スポーツ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・趣味コミュに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カスタマイズして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提供開始。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48656" y="114300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48656" y="1143000"/>
            <a:ext cx="1627632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248656" y="11430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PRESENT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70992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事例を発信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「○○用ポータル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完成」をSNS・Note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で発信。口コミ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波及が始まる。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76288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12864" y="114300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12864" y="1143000"/>
            <a:ext cx="162763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912864" y="11430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86016" y="170992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相談受注へ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86016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「うちにも」の相談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が届く→カスタマイズ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＆運用サポート有料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453128"/>
            <a:ext cx="8631936" cy="274320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4531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この型は全プロジェクト共通。「モルック」「サッカー配車」「SNS管理」も同じフロー。1回成功させる → 2番目は数倍速。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　|　フェーズ別アクションプラン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269748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箱を作って1回回す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FINDの箱（Notion/SSheet）作成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第1プロジェクト選定＆MAKEスタート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マルタ村をテンプレ化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OFFERまで1サイクル完結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932688"/>
            <a:ext cx="2697480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172968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72968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広めて収益化する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82696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2件目FINDを同時進行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82696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PRESENT: SNS・Note事例発信開始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82696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コンサル1件受付（試験)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82696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口コミ波及のフィードバック取得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25896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932688"/>
            <a:ext cx="2697480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025896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25896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仕組み化＆成長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35624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サイクル振り返り＆改善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35624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CONSULTを定常化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35624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月額コンサル化への移行テスト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35624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法人化 or 契約形態の確定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　|　この先の決め事と行動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601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まだ決まっていない論点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29768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630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法人形態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7739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個人スタート、売上見て判断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41448"/>
            <a:ext cx="429768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441448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5146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配分ルール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82549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仮ルール: 30/30/40でGO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493008"/>
            <a:ext cx="429768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493008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566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第1プロジェクト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770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3人で決定 or サノ/中が提案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今週やること（断定）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389888"/>
            <a:ext cx="3977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389888"/>
            <a:ext cx="45720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389888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58384" y="14813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FINDの箱を作る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58384" y="1883664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or GSheetで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「アイデア・課題」を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放り込む場所を今日作る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3977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017520"/>
            <a:ext cx="45720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1752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58384" y="31089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第1プロジェクトを決める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58384" y="3511296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今週中にFINDから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MAKEへ。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1週間以内に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プロトが出ることを確認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3756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9768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2743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234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1732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5780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21945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1732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5780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7804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38160" y="31546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1732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37744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33756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29768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5780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7804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38160" y="41148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build.</a:t>
            </a:r>
            <a:endParaRPr lang="en-US" sz="5200" dirty="0"/>
          </a:p>
        </p:txBody>
      </p:sp>
      <p:sp>
        <p:nvSpPr>
          <p:cNvPr id="49" name="Text 47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速く、小さく、確実に回す。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　|　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MACHAP 事業計画 v2</dc:title>
  <dc:subject>PptxGenJS Presentation</dc:subject>
  <dc:creator>PptxGenJS</dc:creator>
  <cp:lastModifiedBy>PptxGenJS</cp:lastModifiedBy>
  <cp:revision>1</cp:revision>
  <dcterms:created xsi:type="dcterms:W3CDTF">2026-03-04T04:43:27Z</dcterms:created>
  <dcterms:modified xsi:type="dcterms:W3CDTF">2026-03-04T04:43:27Z</dcterms:modified>
</cp:coreProperties>
</file>