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05472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52944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00416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47888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05472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52944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00416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47888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0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05472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52944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00416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47888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0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05472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52944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900416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247888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914400"/>
            <a:ext cx="2377440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9144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 業 計 画 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13258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</a:t>
            </a:r>
            <a:endParaRPr lang="en-US" sz="5800" dirty="0"/>
          </a:p>
        </p:txBody>
      </p:sp>
      <p:sp>
        <p:nvSpPr>
          <p:cNvPr id="30" name="Text 28"/>
          <p:cNvSpPr/>
          <p:nvPr/>
        </p:nvSpPr>
        <p:spPr>
          <a:xfrm>
            <a:off x="640080" y="2286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マチャップ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0080" y="2880360"/>
            <a:ext cx="54864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MAKE → OFFER → PRESENT → CONSULT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　|　Ver. 1.0（内部ドラフト）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本日のアジェンダ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私たちがやる理由・解決する課題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350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ターゲット顧客（STP分析）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971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提供価値（Value Proposition）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8620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86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5STEPビジネスモデル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0584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13898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3C分析：市場環境の整理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96596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2350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マネタイズ戦略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2608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21808" y="2971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チーム体制・役割分担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88620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886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21808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21808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アクションプラン＆論点整理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　|　私たちが解決する課題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アイデアはあるのに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形にできずに終わる。スキル・時間・仲間がいない。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意思決定が遅い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考えすぎて動けない。PoCまでの時間が長すぎる。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07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2907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作っても広がらない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いいものを作っても届け方がわからず埋もれる。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907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907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収益化まで遠い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価値提供からマネタイズへの道筋が不明確なまま。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　|　ターゲット顧客（STP分析）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　セグメンテーション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・副業・個人事業主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・スモールチーム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・個人クリエイター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・課題を抱えた会社員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・IT活用したい中小企業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　ターゲティング　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メインターゲット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アイデアや課題感はあるが、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「形にする手段」がない人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副業・フリーランスとして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動いている個人・小チーム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　ポジショニング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「最速でアイデアを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プロダクトに変える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届ける ＋ 広める」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一気通貫で伴走できる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実行チームとして差別化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　|　私たちが提供する価値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「やりたいこと」を 1週間でプロダクトに変え、届けて、広げる。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スピード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FindからMakeまで最速。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意思決定を速くし、アイデアを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すぐ形にする。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開発・価値提供・発信・コンサルを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1チームでカバー。外注不要。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サイクル設計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口コミと紹介が回り続ける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仕組みを設計し、資産を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積み上げる。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　|　5STEP ビジネスサイクル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150876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見つける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アイデア・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面倒事を集める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28800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38528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38528" y="896112"/>
            <a:ext cx="1508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938528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50008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38528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29968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最速で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プロダクト化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47288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57016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57016" y="896112"/>
            <a:ext cx="15087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68496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57016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提供する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48456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価値体験を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届ける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65776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75504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75504" y="896112"/>
            <a:ext cx="15087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175504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86984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75504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広める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66944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SNS・一覧ページ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発信自動化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84264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93992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93992" y="896112"/>
            <a:ext cx="1508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05472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93992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相談受ける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85432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全ステップの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コンサル提供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　このサイクルを高速で繰り返す。OFFER / PRESENTのフィードバックがFINDに戻り、サイクルが加速する。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　|　3C分析：市場環境の整理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個人・副業層：自分のアイデアを形にしたいが手段がない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小規模事業者：業務の面倒事をツールで解決したい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コンテンツ発信者：発信・運用の自動化ニーズが高い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課題：スキル・コスト・時間・仲間の不足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0128" y="1627632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フリーランス開発者：単発契約が多く、継続支援が弱い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2340864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SaaSツール群：汎用的すぎてカスタマイズが難しい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3054096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Notionテンプレ販売：提供後のサポートなし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3767328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差別化：開発→提供→発信→相談まで一気通貫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25896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3056" y="1627632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327648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強み：スピード実行力・多形式対応（Web/LINE/Notion）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2340864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強み：アイデア収集→収益化サイクルの設計力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63056" y="3054096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課題：副業制約・法人形態未定・認知度ゼロからのスタート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63056" y="3767328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機会：AI活用コスト低下で小チームでもサービス提供可能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　|　マネタイズ戦略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960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1498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直接販売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買い切り / 月額サブスク / 従量課金の3形態。まず買い切りで価値検証し、継続利用者にはサブスク移行を促す。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2024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1920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197510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仲介・紹介（アフィリエイト型）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6771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パートナーや口コミ経由で集客し成果報酬で還元。紹介者にもメリットが発生する構造で拡散を促す。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8803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3522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プレゼント型（ギフト購入）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2783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AさんがBさんへ贈る形で購入。例:「このLINEボットを友達にプレゼントする」ギフトURLで注文・送付が完結。感情的な拡散が起きやすい。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38404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89534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コンサルティング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8795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単発相談（1時間固定額）〜 月額顧問契約まで。FIND・MAKE・OFFER・PRESENT・CONSULTの全ステップが対象。実績が積み上がるほど単価UP。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960120"/>
            <a:ext cx="3154680" cy="37490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10241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収益の使い方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97880" y="1435608"/>
            <a:ext cx="260604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15087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ルール：プロジェクト単位で純利益から配分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15000" y="201168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201168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チーム運営・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開発費用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15000" y="283464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283464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10528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メンバー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個人分配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0" y="365760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5" name="Text 33"/>
          <p:cNvSpPr/>
          <p:nvPr/>
        </p:nvSpPr>
        <p:spPr>
          <a:xfrm>
            <a:off x="5715000" y="365760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510528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中が指定する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外部還元先へ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0" y="43159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中の還元先はプロジェクト毎に指定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（例:若者支援・教育NPO・寄付先など）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　|　チーム体制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097280"/>
            <a:ext cx="1133856" cy="1133856"/>
          </a:xfrm>
          <a:prstGeom prst="roundRect">
            <a:avLst>
              <a:gd name="adj" fmla="val 40323"/>
            </a:avLst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サノ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944368"/>
            <a:ext cx="18288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全体管理 ＋ コンセプト展開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9352" y="1097280"/>
            <a:ext cx="1133856" cy="1133856"/>
          </a:xfrm>
          <a:prstGeom prst="roundRect">
            <a:avLst>
              <a:gd name="adj" fmla="val 40323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95935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611880" y="2944368"/>
            <a:ext cx="18288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プロダクト開発 ＋ 各フェーズ主導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1097280"/>
            <a:ext cx="1133856" cy="1133856"/>
          </a:xfrm>
          <a:prstGeom prst="roundRect">
            <a:avLst>
              <a:gd name="adj" fmla="val 40323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師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98932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ししょー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309360" y="2944368"/>
            <a:ext cx="18288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06247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意見出し ＋ 拡散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　|　具体事例：村ポータルの横展開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実績：マルタ村（川モル用）を起点に、あらゆるコミュニティへ展開する5STEPフロー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1627632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課題を発見する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モルックコミュニティで「大会申込・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集計・連絡をひとまとめにしたい」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というニーズを発見。同じ課題を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抱えるコミュニティは全国に多数。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83664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20240" y="1097280"/>
            <a:ext cx="162763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MAKE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93392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マルタ村を開発・テンプレ化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993392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Manusを使って短期間で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多機能ポータルを実装。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大会申込・集計・SNS・DM機能など。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テンプレ化して横展開できる形に。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84448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84448" y="1097280"/>
            <a:ext cx="162763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OFFER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新コミュニティに提供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0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少年サッカー・地域スポーツ・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趣味コミュニティなどに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カスタマイズして提供。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配車・エントリー・集計を一括管理。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48656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48656" y="1097280"/>
            <a:ext cx="1627632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248656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PRESENT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事例として発信・拡散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21808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「○○チーム用ポータル作りました」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とSNS・Noteで発信。使ったメンバー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が口コミで紹介→新たなコミュニティ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へ波及するサイクルが生まれる。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76288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12864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12864" y="1097280"/>
            <a:ext cx="162763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912864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CONSULT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86016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横展開のコンサルを受注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86016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「うちにも作りたい」という相談が届く。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カスタマイズ・仕組み化・運用サポートを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有料で提供。実績が増えるほど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次のFINDにもつながる。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4407408"/>
            <a:ext cx="8631936" cy="320040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このフローは「モルック関連」「少年サッカー配車」「YouTube/SNSダッシュボード」など他のプロジェクトにも全て同様に適用できる。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　|　フェーズ別アクションプラン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269748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箱を作って1回回す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FINDの箱アプリをMAKEする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マルタ村ポータルをテンプレ化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横展開先の第1コミュニティを選定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アウトプット一覧ページを公開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72968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932688"/>
            <a:ext cx="2697480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172968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72968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広めて収益化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82696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横展開1件目をOFFER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82696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SNS・Noteで事例を発信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82696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コンサル1件を試験受付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82696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2〜3件目のFINDを同時進行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25896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25896" y="932688"/>
            <a:ext cx="2697480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6025896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25896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仕組みにする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35624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サイクル振り返り・改善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35624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CONSULT体制を定常化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35624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収益配分ルールを確定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35624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法人化の要否を議論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　|　論点整理と次のアクション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601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まだ決まっていない論点と選択肢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7218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法人形態（個人 or 法人化）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個人事業主の集合体でスタート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売上が立ち始めたら法人化を検討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532888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32888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5877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収益配分ルールの合意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89864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プロジェクト単位で都度3名で合意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固定ルール（30/30/40）を先に決める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648456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648456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703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最初のプロジェクトを何にするか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4014216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3人でブレスト → FINDの箱に入れて選ぶ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サノ or 中が持込みでスタート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まず動くこと（2つ）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97764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417320"/>
            <a:ext cx="457200" cy="1481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417320"/>
            <a:ext cx="457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58384" y="15270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FINDの箱を作る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58384" y="19659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or スプレッドシートでOK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アイデア・面倒事をとにかく放り込む場所を整備する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081528"/>
            <a:ext cx="397764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081528"/>
            <a:ext cx="457200" cy="1481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81528"/>
            <a:ext cx="457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58384" y="319125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最初のプロジェクトを1つ決めてMAKEへ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58384" y="3630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FINDしたら1週間以内にMAKEを開始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サイクルを1回まず回しきることが最優先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3756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9768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1732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1732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5780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4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1732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744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5780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7804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3816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1732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37744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33756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29768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5780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7804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3816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build.</a:t>
            </a:r>
            <a:endParaRPr lang="en-US" sz="5200" dirty="0"/>
          </a:p>
        </p:txBody>
      </p:sp>
      <p:sp>
        <p:nvSpPr>
          <p:cNvPr id="49" name="Text 47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MAKE → OFFER → PRESENT → CONSULT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速く、小さく、確実に回す。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　|　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MACHAP 事業計画</dc:title>
  <dc:subject>PptxGenJS Presentation</dc:subject>
  <dc:creator>PptxGenJS</dc:creator>
  <cp:lastModifiedBy>PptxGenJS</cp:lastModifiedBy>
  <cp:revision>1</cp:revision>
  <dcterms:created xsi:type="dcterms:W3CDTF">2026-03-04T04:37:26Z</dcterms:created>
  <dcterms:modified xsi:type="dcterms:W3CDTF">2026-03-04T04:37:26Z</dcterms:modified>
</cp:coreProperties>
</file>